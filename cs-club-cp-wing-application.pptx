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ratings.png"/><Relationship Id="rId2" Type="http://schemas.openxmlformats.org/officeDocument/2006/relationships/image" Target="../media/badges.png"/><Relationship Id="rId3" Type="http://schemas.openxmlformats.org/officeDocument/2006/relationships/image" Target="../media/heatmap.png"/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594360" y="411480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dirty="0" b="1">
                <a:solidFill>
                  <a:srgbClr val="111111"/>
                </a:solidFill>
                <a:latin typeface="Aptos"/>
              </a:rPr>
              <a:t>Lankalapalli Guna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1792" y="1033271"/>
            <a:ext cx="98755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Aptos"/>
              </a:rPr>
              <a:t>B.Tech CSE (AI), IIITDM Kancheepuram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1520" y="196596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300" dirty="0">
                <a:solidFill>
                  <a:srgbClr val="222222"/>
                </a:solidFill>
                <a:latin typeface="Aptos"/>
              </a:rPr>
              <a:t>Interested in problem solving, DSA, and backend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594360" y="411480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dirty="0" b="1">
                <a:solidFill>
                  <a:srgbClr val="111111"/>
                </a:solidFill>
                <a:latin typeface="Aptos"/>
              </a:rPr>
              <a:t>Competitive Programming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1792" y="1033271"/>
            <a:ext cx="98755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Aptos"/>
              </a:rPr>
              <a:t>Main strength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1792" y="1207008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700" dirty="0">
                <a:solidFill>
                  <a:srgbClr val="222222"/>
                </a:solidFill>
                <a:latin typeface="Aptos"/>
              </a:rPr>
              <a:t>LeetCode Knight - rating 1810, Top 7.9%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1792" y="1664208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700" dirty="0">
                <a:solidFill>
                  <a:srgbClr val="222222"/>
                </a:solidFill>
                <a:latin typeface="Aptos"/>
              </a:rPr>
              <a:t>600+ problems solved across platforms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1792" y="2121408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700" dirty="0">
                <a:solidFill>
                  <a:srgbClr val="222222"/>
                </a:solidFill>
                <a:latin typeface="Aptos"/>
              </a:rPr>
              <a:t>LeetCode: 250+ | CodeChef: 200+ | Codeforces: 150+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1792" y="2578608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700" dirty="0">
                <a:solidFill>
                  <a:srgbClr val="222222"/>
                </a:solidFill>
                <a:latin typeface="Aptos"/>
              </a:rPr>
              <a:t>Rank 374 in CodeChef Starters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1792" y="3035808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700" dirty="0">
                <a:solidFill>
                  <a:srgbClr val="222222"/>
                </a:solidFill>
                <a:latin typeface="Aptos"/>
              </a:rPr>
              <a:t>120+ day streak</a:t>
            </a:r>
          </a:p>
        </p:txBody>
      </p:sp>
      <p:pic>
        <p:nvPicPr>
          <p:cNvPr id="101" name="LeetCode sta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987552"/>
            <a:ext cx="2331720" cy="1417320"/>
          </a:xfrm>
          <a:prstGeom prst="rect">
            <a:avLst/>
          </a:prstGeom>
        </p:spPr>
      </p:pic>
      <p:pic>
        <p:nvPicPr>
          <p:cNvPr id="102" name="Bad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987552"/>
            <a:ext cx="2331720" cy="1417320"/>
          </a:xfrm>
          <a:prstGeom prst="rect">
            <a:avLst/>
          </a:prstGeom>
        </p:spPr>
      </p:pic>
      <p:pic>
        <p:nvPicPr>
          <p:cNvPr id="103" name="Heat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88920"/>
            <a:ext cx="4773168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594360" y="411480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dirty="0" b="1">
                <a:solidFill>
                  <a:srgbClr val="111111"/>
                </a:solidFill>
                <a:latin typeface="Aptos"/>
              </a:rPr>
              <a:t>Experience in CS Club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21792" y="1033271"/>
            <a:ext cx="98755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Aptos"/>
              </a:rPr>
              <a:t>Edith Wing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520" y="141732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Joint Core Member in Edith Wing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192024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Conducted sessions on Arduino and basic hardware topics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1520" y="242316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Explored the hardware side out of curiosity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1520" y="292608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Worked with the team to organize sessions and engage students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 txBox="1"/>
          <p:nvPr/>
        </p:nvSpPr>
        <p:spPr>
          <a:xfrm>
            <a:off x="594360" y="411480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dirty="0" b="1">
                <a:solidFill>
                  <a:srgbClr val="111111"/>
                </a:solidFill>
                <a:latin typeface="Aptos"/>
              </a:rPr>
              <a:t>Projects &amp; Skills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1520" y="123444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Grocery Delivery App - full stack app with APIs, payments, scalable backend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1520" y="1673352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QuickChat - real-time messaging using WebSockets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1520" y="2112264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Languages: C++, Python, JavaScript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1520" y="2551176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Core: Data Structures &amp; Algorithms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520" y="2990088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Backend: Node.js, Express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1520" y="342900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Databases: MongoDB, PostgreSQL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1520" y="3867912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1850" dirty="0">
                <a:solidFill>
                  <a:srgbClr val="222222"/>
                </a:solidFill>
                <a:latin typeface="Aptos"/>
              </a:rPr>
              <a:t>Tools: Git, AWS basics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5"/>
          <p:cNvSpPr txBox="1"/>
          <p:nvPr/>
        </p:nvSpPr>
        <p:spPr>
          <a:xfrm>
            <a:off x="594360" y="411480"/>
            <a:ext cx="10789920" cy="64008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dirty="0" b="1">
                <a:solidFill>
                  <a:srgbClr val="111111"/>
                </a:solidFill>
                <a:latin typeface="Aptos"/>
              </a:rPr>
              <a:t>Motivation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1520" y="141732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Genuinely interested in competitive programming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1520" y="192024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I enjoy solving problems and improving over time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31520" y="242316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Consistent practice has helped me stay disciplined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1520" y="292608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I want to contribute to contests, sessions, and peer learning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1520" y="3429000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marL="342900" indent="-171450">
              <a:buChar char="-"/>
            </a:pPr>
            <a:r>
              <a:rPr lang="en-US" sz="2050" dirty="0">
                <a:solidFill>
                  <a:srgbClr val="222222"/>
                </a:solidFill>
                <a:latin typeface="Aptos"/>
              </a:rPr>
              <a:t>Looking to grow while contributing to the club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Club CP Wing Application</dc:title>
  <dc:creator>Lankalapalli Guna</dc:creator>
  <cp:lastModifiedBy>Codex</cp:lastModifiedBy>
</cp:coreProperties>
</file>